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22C3E79-63E1-40B5-9970-B4B38E9F7EB9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189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375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962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273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613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947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451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275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208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238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2570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0629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1669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9049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7455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122C3E79-63E1-40B5-9970-B4B38E9F7EB9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062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122C3E79-63E1-40B5-9970-B4B38E9F7EB9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639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22C3E79-63E1-40B5-9970-B4B38E9F7EB9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220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93E10248-AF0E-477D-B4D2-47C02CE4E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33010C2-2DA5-460F-A40C-5317F567A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5" name="Freeform 5">
              <a:extLst>
                <a:ext uri="{FF2B5EF4-FFF2-40B4-BE49-F238E27FC236}">
                  <a16:creationId xmlns:a16="http://schemas.microsoft.com/office/drawing/2014/main" id="{17CB0634-F963-4EC9-A6F6-8EA46BD1F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73C0A186-7444-4460-9C37-532E7671E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1ECA4FE-7D2F-4576-B767-3A5F5ABFE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48" name="Rectangle 47">
              <a:extLst>
                <a:ext uri="{FF2B5EF4-FFF2-40B4-BE49-F238E27FC236}">
                  <a16:creationId xmlns:a16="http://schemas.microsoft.com/office/drawing/2014/main" id="{5969441E-5462-4859-86CD-1737FDE360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596BD4B5-6833-40CC-96FE-EDC6756342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A00AD0E-B8D2-490F-8BE8-74AE27121C95}"/>
              </a:ext>
            </a:extLst>
          </p:cNvPr>
          <p:cNvSpPr txBox="1"/>
          <p:nvPr/>
        </p:nvSpPr>
        <p:spPr>
          <a:xfrm>
            <a:off x="1683171" y="1169773"/>
            <a:ext cx="8825658" cy="28701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5400" u="sng">
                <a:latin typeface="+mj-lt"/>
                <a:ea typeface="+mj-ea"/>
                <a:cs typeface="+mj-cs"/>
              </a:rPr>
              <a:t>ElectroHub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81F53E2-F556-42FA-8D24-113839EE1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58249" y="4166888"/>
            <a:ext cx="675502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6927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F78DAAE-B0C3-49A3-8AB1-AD2FF0E36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A8A81D-3338-4B0F-A26F-A3D259D27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801794"/>
            <a:ext cx="11000237" cy="52482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155665-7CE2-4939-AE5E-020DC1D20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0FAA0EC-FB17-D52E-204F-2D1A90843F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431545"/>
              </p:ext>
            </p:extLst>
          </p:nvPr>
        </p:nvGraphicFramePr>
        <p:xfrm>
          <a:off x="2699074" y="1284394"/>
          <a:ext cx="6889021" cy="42830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89021">
                  <a:extLst>
                    <a:ext uri="{9D8B030D-6E8A-4147-A177-3AD203B41FA5}">
                      <a16:colId xmlns:a16="http://schemas.microsoft.com/office/drawing/2014/main" val="3587176226"/>
                    </a:ext>
                  </a:extLst>
                </a:gridCol>
              </a:tblGrid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Electronics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220928847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Footwear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623745574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Clothing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888959131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Home Appliances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614325287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Accessories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824281318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Kitchenware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545064344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Bags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597557471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Personal Care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2617950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5740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4C7B80-E2A1-F7C6-AE89-CBA342DCC72D}"/>
              </a:ext>
            </a:extLst>
          </p:cNvPr>
          <p:cNvSpPr txBox="1"/>
          <p:nvPr/>
        </p:nvSpPr>
        <p:spPr>
          <a:xfrm>
            <a:off x="459231" y="712197"/>
            <a:ext cx="94488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  <a:t>1) Top/Bottom 5 product by Sales/Profit/Quantity Sold.</a:t>
            </a:r>
            <a:b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  <a:t>2) </a:t>
            </a: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How do sales trends vary over time </a:t>
            </a:r>
            <a: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  <a:t>(daily, monthly, quarterly, annually) </a:t>
            </a: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?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3) Show relationship between sales &amp; profit.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4) Compare sales/profit/quantity sold between any two periods selected by the user.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5) Average discount offered in each discount category.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6) Total number of orders.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7) Show Sales/Profit/Discount/Net Sales/All remaining fields for each order that could be filtered using visual filters. (Product/Date/Customer ID/Promotion Categories)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8) Show sales by different cities.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endParaRPr lang="en-IN" sz="28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22312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62</TotalTime>
  <Words>143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Aparajita</vt:lpstr>
      <vt:lpstr>Arial</vt:lpstr>
      <vt:lpstr>Calibri</vt:lpstr>
      <vt:lpstr>Century Gothic</vt:lpstr>
      <vt:lpstr>Wingdings 3</vt:lpstr>
      <vt:lpstr>Ion Boardroom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 Git</dc:creator>
  <cp:lastModifiedBy>priyanka panda</cp:lastModifiedBy>
  <cp:revision>36</cp:revision>
  <dcterms:created xsi:type="dcterms:W3CDTF">2024-07-03T21:35:18Z</dcterms:created>
  <dcterms:modified xsi:type="dcterms:W3CDTF">2026-04-02T11:13:27Z</dcterms:modified>
</cp:coreProperties>
</file>